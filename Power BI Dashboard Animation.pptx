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25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4A5E9-7435-A320-C4FF-4EB8A2E4A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6251E-780E-D445-A0F9-26D38AF4A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B2F9D-4924-6594-1BEC-A619859A2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E35-98BA-4B34-B5EE-00422EE97E7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9B541-9296-0C97-2830-9FDD97EE3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2FCF3-71A1-8912-7474-515277054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764D-BB79-4802-91F2-BA16485B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942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7C46F-0DA9-CB10-7555-1E17DEBE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FA8DA-4BDE-9A93-447E-90C650CA6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54AF8-CF27-4A15-14C1-A20C7DA74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E35-98BA-4B34-B5EE-00422EE97E7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2FF50-1F45-ADDE-16D0-B4FB9B729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F1975-FC75-E977-C448-4339BA3A3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764D-BB79-4802-91F2-BA16485B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79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34CA8-D4A8-CACD-C0C3-078D8FF22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0BC58-4CC0-1446-F207-DCA2E8605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C11C9-ECBD-DAC7-6D8B-B57BCAF8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E35-98BA-4B34-B5EE-00422EE97E7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F19AA-11D6-129C-4EBB-48A9B2C0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540D8-9D48-5261-F05A-5A6AD094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764D-BB79-4802-91F2-BA16485B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609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F8A53-0E66-F80C-82CD-5FD2EFA87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74413-71E7-3C16-7B24-280FAB515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359FA-AA78-EF3F-DE62-3BD43F2DA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4C504-A6A4-75F3-A8A5-910211B5D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E35-98BA-4B34-B5EE-00422EE97E7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7D360-6EC1-D64B-0036-F73A52DE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653A-EC27-62F1-7262-F2E3EEF1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764D-BB79-4802-91F2-BA16485B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21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39D2-A4F5-10ED-5941-5A0B2350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16DC7-0838-9722-9538-DF1156B7D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2F4D4-E0A6-9A31-DF3A-0D547D5C6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2EA3F2-4FA8-D0DE-0F6F-C24353846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5140DF-B8D4-5205-2110-36FE13B0C3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E31AF-82AC-08EC-09EA-FA5F62B70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E35-98BA-4B34-B5EE-00422EE97E7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5EDB96-FF37-104A-B043-B2259145B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631F7C-4129-90D5-596C-D54A6DBFE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764D-BB79-4802-91F2-BA16485B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876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17E5-D67F-A8DE-01FF-CE9AE9AD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458EA8-4727-0DF7-0424-75F46C55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E35-98BA-4B34-B5EE-00422EE97E7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721F2C-835B-3322-7511-3E63FF158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721550-34DF-882D-A32E-8CFA70BB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764D-BB79-4802-91F2-BA16485B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044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AD7220-81C0-B954-BF0D-EE4196670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E35-98BA-4B34-B5EE-00422EE97E7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5A78C-D592-B681-D1A2-33F84901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A78E3-F291-478C-1433-61463A389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764D-BB79-4802-91F2-BA16485B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122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AFE4-70A0-F1E9-8783-67B9B4678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004AC-C820-4CD8-2751-184D605F5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F3615-9B54-B341-BECE-0B318F1F5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3164C-1D2B-EADD-433D-E22527FD4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E35-98BA-4B34-B5EE-00422EE97E7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7778F-4E6E-6BB5-36B4-7BF9D23C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8792E-242A-DCBA-97B5-1AFD22C7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764D-BB79-4802-91F2-BA16485B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792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A7C45-62B0-BBEC-2887-45ABC28AE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957CBD-6A81-0211-0CEF-05A2CE02D0A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13660B-4890-8CCE-7943-D8BE58B9F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D179-DCCA-FB3B-2083-2FAF6D45A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E35-98BA-4B34-B5EE-00422EE97E7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91AF1-3A15-0C00-73A2-0320440D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CF6CE-E765-BEAE-B26F-A26AE482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764D-BB79-4802-91F2-BA16485B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676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9AE10-DCB9-83B2-A221-12F997FF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83298-7FE5-8A20-7648-7A22C1FDF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54AB9-7553-2988-64D5-107F5B4CA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E35-98BA-4B34-B5EE-00422EE97E7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C251D-2361-DA72-C6AA-07E8E3477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BD0A3-9EB9-AB8B-4D9D-2DF310A3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764D-BB79-4802-91F2-BA16485B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41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1A10E-BB5F-641B-7B25-8794A592E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1A102-F61F-6BFD-5853-9DAFCC7BF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84607-C44B-ECEE-439A-8DEA7BD92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E35-98BA-4B34-B5EE-00422EE97E7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E7877-1875-9190-4025-F9E05DDC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EF029-8BEE-FCE9-64E2-216271B4F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764D-BB79-4802-91F2-BA16485B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990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123948-19D9-A384-6C55-60E5BA709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EB68F-B518-1F0F-FC49-BABD48D27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8550D-EA67-2AFF-AD0B-48E83C974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16E35-98BA-4B34-B5EE-00422EE97E73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E877C-3DBD-D71B-C37F-E97AAE35D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B2BFE-89BB-12AA-29E1-99BA2070A8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25764D-BB79-4802-91F2-BA16485B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15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45C382-AFCD-9B25-47C7-7FD453456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612"/>
            <a:ext cx="12192000" cy="65347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ECD1E-F252-596A-5C96-868E2EECC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61612"/>
            <a:ext cx="12192000" cy="6534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1DF78B-C277-04F3-088C-2C864FD730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200"/>
          <a:stretch>
            <a:fillRect/>
          </a:stretch>
        </p:blipFill>
        <p:spPr>
          <a:xfrm>
            <a:off x="0" y="161612"/>
            <a:ext cx="12192000" cy="14245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12A8C5-FC14-C4B2-D1F8-E9C7A5A1F7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800" b="39722"/>
          <a:stretch>
            <a:fillRect/>
          </a:stretch>
        </p:blipFill>
        <p:spPr>
          <a:xfrm>
            <a:off x="0" y="1586204"/>
            <a:ext cx="12192000" cy="25144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725B45-D43B-D46E-C977-41723EBA36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278" b="1244"/>
          <a:stretch>
            <a:fillRect/>
          </a:stretch>
        </p:blipFill>
        <p:spPr>
          <a:xfrm>
            <a:off x="0" y="4100660"/>
            <a:ext cx="12192000" cy="25144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E0125C-13F7-C837-1B27-AABAE36DE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612"/>
            <a:ext cx="12192000" cy="653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5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Satish Dhawale</cp:lastModifiedBy>
  <cp:revision>1</cp:revision>
  <dcterms:created xsi:type="dcterms:W3CDTF">2026-10-04T15:14:02Z</dcterms:created>
  <dcterms:modified xsi:type="dcterms:W3CDTF">2026-10-04T15:18:31Z</dcterms:modified>
</cp:coreProperties>
</file>